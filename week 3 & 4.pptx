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64" r:id="rId10"/>
    <p:sldId id="265" r:id="rId11"/>
    <p:sldId id="266" r:id="rId12"/>
    <p:sldId id="277" r:id="rId13"/>
    <p:sldId id="268" r:id="rId14"/>
    <p:sldId id="278" r:id="rId15"/>
    <p:sldId id="270" r:id="rId16"/>
    <p:sldId id="279" r:id="rId17"/>
    <p:sldId id="272" r:id="rId18"/>
    <p:sldId id="273" r:id="rId19"/>
    <p:sldId id="280" r:id="rId20"/>
    <p:sldId id="281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4F121B-C0CB-4DA9-887D-7486924FD47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2A05A-9448-4D40-B14D-520A4EFCF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366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2A05A-9448-4D40-B14D-520A4EFCF1B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799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39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18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28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0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6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45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9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0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65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78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097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1906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13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73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9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29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698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184" y="1767790"/>
            <a:ext cx="6711654" cy="419548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Transform cleaned retail data into an interactive Power BI dashboard.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Connect data sources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 data models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visualizations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filters and slicers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dirty="0"/>
              <a:t>Data Connection and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366685"/>
            <a:ext cx="6711654" cy="488172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SQL/Excel/CSV data sources.</a:t>
            </a:r>
          </a:p>
          <a:p>
            <a:pPr>
              <a:lnSpc>
                <a:spcPct val="17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relationships between sales, inventory, customer and product tables.</a:t>
            </a:r>
          </a:p>
          <a:p>
            <a:pPr>
              <a:lnSpc>
                <a:spcPct val="17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 Centralized reporting and faster analysis</a:t>
            </a:r>
            <a:r>
              <a:rPr dirty="0"/>
              <a:t>.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IN" dirty="0"/>
              <a:t>Enables real-time data refresh to ensure dashboards always reflect the most current and accurate business information.</a:t>
            </a:r>
          </a:p>
          <a:p>
            <a:pPr>
              <a:lnSpc>
                <a:spcPct val="170000"/>
              </a:lnSpc>
            </a:pPr>
            <a:r>
              <a:rPr lang="en-IN" dirty="0"/>
              <a:t>Supports automated data transformation and cleaning to remove duplicates, handle missing values, and standardize formats across sources.</a:t>
            </a:r>
          </a:p>
          <a:p>
            <a:pPr>
              <a:lnSpc>
                <a:spcPct val="170000"/>
              </a:lnSpc>
            </a:pPr>
            <a:r>
              <a:rPr lang="en-IN" dirty="0"/>
              <a:t>Ensures data security and access control by managing user permissions and encrypted connections across all integrated sources.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665" y="452718"/>
            <a:ext cx="7055380" cy="1400530"/>
          </a:xfrm>
        </p:spPr>
        <p:txBody>
          <a:bodyPr/>
          <a:lstStyle/>
          <a:p>
            <a:pPr algn="ctr"/>
            <a:r>
              <a:rPr sz="3200" dirty="0"/>
              <a:t>Dashboard Design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dirty="0"/>
              <a:t>Components: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Sales Dashboard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Inventory Dashboard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Product Analysis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Customer Analysis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Regional Sales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dirty="0"/>
              <a:t>KPI 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dirty="0"/>
              <a:t>KPIs: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Total Revenue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Total Sales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Total Orders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Inventory Levels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Customer Count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Gross Profit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dirty="0"/>
              <a:t>Sales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406013"/>
            <a:ext cx="6792300" cy="484239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dirty="0"/>
              <a:t>Line charts used to analyze daily, weekly, monthly and quarterly sales trends.</a:t>
            </a:r>
          </a:p>
          <a:p>
            <a:pPr>
              <a:lnSpc>
                <a:spcPct val="150000"/>
              </a:lnSpc>
            </a:pPr>
            <a:r>
              <a:rPr dirty="0"/>
              <a:t>Helps identify growth patterns and seasonal demand.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IN" dirty="0"/>
              <a:t>Enables data-driven forecasting to optimize inventory, pricing, and promotional strategies for maximum revenue.</a:t>
            </a:r>
          </a:p>
          <a:p>
            <a:pPr>
              <a:lnSpc>
                <a:spcPct val="150000"/>
              </a:lnSpc>
            </a:pPr>
            <a:r>
              <a:rPr lang="en-IN" dirty="0"/>
              <a:t>Tracks year-over-year (YoY) and month-over-month (MoM) sales performance to measure business growth and set realistic targets.</a:t>
            </a:r>
          </a:p>
          <a:p>
            <a:pPr>
              <a:lnSpc>
                <a:spcPct val="150000"/>
              </a:lnSpc>
            </a:pPr>
            <a:r>
              <a:rPr lang="en-IN" dirty="0"/>
              <a:t>Identifies top-performing and underperforming product categories to guide smarter stocking, discounting, and marketing decisions.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dirty="0"/>
              <a:t>Product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465007"/>
            <a:ext cx="6851294" cy="47834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dirty="0"/>
              <a:t>Bar charts compare product categories and top-selling products.</a:t>
            </a:r>
          </a:p>
          <a:p>
            <a:pPr>
              <a:lnSpc>
                <a:spcPct val="150000"/>
              </a:lnSpc>
            </a:pPr>
            <a:r>
              <a:rPr dirty="0"/>
              <a:t>Supports product optimization and marketing decisions.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IN" dirty="0"/>
              <a:t>Tracks revenue contribution and profit margin per product to identify high-value items worth prioritizing in stock and promotions.</a:t>
            </a:r>
          </a:p>
          <a:p>
            <a:pPr>
              <a:lnSpc>
                <a:spcPct val="150000"/>
              </a:lnSpc>
            </a:pPr>
            <a:r>
              <a:rPr lang="en-IN" dirty="0"/>
              <a:t>Highlights slow-moving or declining products to support timely clearance strategies and reduce inventory holding costs.</a:t>
            </a:r>
          </a:p>
          <a:p>
            <a:pPr>
              <a:lnSpc>
                <a:spcPct val="150000"/>
              </a:lnSpc>
            </a:pPr>
            <a:r>
              <a:rPr lang="en-IN" dirty="0"/>
              <a:t>Compares performance across regions, customer segments, and time periods to uncover opportunities for targeted product growth.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dirty="0"/>
              <a:t>Inventory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594" y="1720645"/>
            <a:ext cx="6870760" cy="452776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dirty="0"/>
              <a:t>Monitor stock levels, reorder alerts, inventory turnover and warehouse performance.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IN" dirty="0"/>
              <a:t>Tracks dead stock and overstock situations to minimize wastage and free up warehouse space for high-demand products.</a:t>
            </a:r>
          </a:p>
          <a:p>
            <a:pPr>
              <a:lnSpc>
                <a:spcPct val="170000"/>
              </a:lnSpc>
            </a:pPr>
            <a:r>
              <a:rPr lang="en-IN" dirty="0"/>
              <a:t>Provides supplier performance insights including lead times and order </a:t>
            </a:r>
            <a:r>
              <a:rPr lang="en-IN" dirty="0" err="1"/>
              <a:t>fulfillment</a:t>
            </a:r>
            <a:r>
              <a:rPr lang="en-IN" dirty="0"/>
              <a:t> rates to strengthen procurement decisions.</a:t>
            </a:r>
          </a:p>
          <a:p>
            <a:pPr>
              <a:lnSpc>
                <a:spcPct val="170000"/>
              </a:lnSpc>
            </a:pPr>
            <a:r>
              <a:rPr lang="en-IN" dirty="0"/>
              <a:t>Displays inventory aging reports to highlight products nearing expiry or sitting idle, enabling timely clearance actions.</a:t>
            </a:r>
          </a:p>
          <a:p>
            <a:pPr>
              <a:lnSpc>
                <a:spcPct val="170000"/>
              </a:lnSpc>
            </a:pPr>
            <a:r>
              <a:rPr lang="en-IN" dirty="0"/>
              <a:t> Integrates with sales data to enable demand forecasting and maintain optimal stock levels across all product categories.</a:t>
            </a:r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EB901-0643-B3B5-8343-95DE02434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IN" sz="3200" dirty="0"/>
              <a:t>Heatmap Analysis</a:t>
            </a:r>
            <a:br>
              <a:rPr lang="en-IN" sz="6000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FE050-DABA-DCCF-EEA0-2BCD558E4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4" y="1853247"/>
            <a:ext cx="6870760" cy="4395159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/>
              <a:t>Analyze peak sales hours, busiest days and customer traffic patterns.</a:t>
            </a:r>
          </a:p>
          <a:p>
            <a:pPr>
              <a:lnSpc>
                <a:spcPct val="170000"/>
              </a:lnSpc>
            </a:pPr>
            <a:r>
              <a:rPr lang="en-IN" dirty="0"/>
              <a:t>Visualizes regional sales performance across locations to identify high-revenue zones and underperforming markets needing attention.</a:t>
            </a:r>
          </a:p>
          <a:p>
            <a:pPr>
              <a:lnSpc>
                <a:spcPct val="170000"/>
              </a:lnSpc>
            </a:pPr>
            <a:r>
              <a:rPr lang="en-IN" dirty="0"/>
              <a:t> Highlights customer engagement intensity by product category, helping teams focus promotional efforts where interest is highest.</a:t>
            </a:r>
          </a:p>
          <a:p>
            <a:pPr>
              <a:lnSpc>
                <a:spcPct val="170000"/>
              </a:lnSpc>
            </a:pPr>
            <a:r>
              <a:rPr lang="en-IN" dirty="0"/>
              <a:t> Reveals seasonal and weekly buying patterns to schedule flash sales, staffing, and ad campaigns at the most impactful times.</a:t>
            </a:r>
          </a:p>
          <a:p>
            <a:pPr>
              <a:lnSpc>
                <a:spcPct val="170000"/>
              </a:lnSpc>
            </a:pPr>
            <a:r>
              <a:rPr lang="en-IN" dirty="0"/>
              <a:t>Supports store layout and website UX optimization by mapping where customers spend the most time and make the most purchases.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1596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dirty="0"/>
              <a:t>Interactive Filters and Slicers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dirty="0"/>
              <a:t>Filters:</a:t>
            </a:r>
          </a:p>
          <a:p>
            <a:pPr>
              <a:lnSpc>
                <a:spcPct val="150000"/>
              </a:lnSpc>
            </a:pPr>
            <a:r>
              <a:rPr dirty="0"/>
              <a:t>Date</a:t>
            </a:r>
          </a:p>
          <a:p>
            <a:pPr>
              <a:lnSpc>
                <a:spcPct val="150000"/>
              </a:lnSpc>
            </a:pPr>
            <a:r>
              <a:rPr dirty="0"/>
              <a:t> Month</a:t>
            </a:r>
          </a:p>
          <a:p>
            <a:pPr>
              <a:lnSpc>
                <a:spcPct val="150000"/>
              </a:lnSpc>
            </a:pPr>
            <a:r>
              <a:rPr dirty="0"/>
              <a:t>City</a:t>
            </a:r>
          </a:p>
          <a:p>
            <a:pPr>
              <a:lnSpc>
                <a:spcPct val="150000"/>
              </a:lnSpc>
            </a:pPr>
            <a:r>
              <a:rPr dirty="0"/>
              <a:t>Product Category</a:t>
            </a:r>
          </a:p>
          <a:p>
            <a:pPr>
              <a:lnSpc>
                <a:spcPct val="150000"/>
              </a:lnSpc>
            </a:pPr>
            <a:r>
              <a:rPr dirty="0"/>
              <a:t>Sales Channel</a:t>
            </a:r>
          </a:p>
          <a:p>
            <a:pPr>
              <a:lnSpc>
                <a:spcPct val="150000"/>
              </a:lnSpc>
            </a:pPr>
            <a:r>
              <a:rPr dirty="0"/>
              <a:t>Provides dynamic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dirty="0"/>
              <a:t>Week 3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Interactive Power BI dashboard completed with KPIs, charts, heatmaps and filters.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528" y="452718"/>
            <a:ext cx="6281561" cy="1400530"/>
          </a:xfrm>
        </p:spPr>
        <p:txBody>
          <a:bodyPr/>
          <a:lstStyle/>
          <a:p>
            <a:pPr algn="ctr"/>
            <a:r>
              <a:rPr sz="3200" dirty="0"/>
              <a:t>Week 4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2722" y="1853249"/>
            <a:ext cx="6526631" cy="4395158"/>
          </a:xfrm>
        </p:spPr>
        <p:txBody>
          <a:bodyPr/>
          <a:lstStyle/>
          <a:p>
            <a:r>
              <a:rPr dirty="0"/>
              <a:t>Generate insights, recommendations and final project documentation.</a:t>
            </a:r>
            <a:endParaRPr lang="en-US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Develop an executive summary with key findings and business impact.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Create data-driven visualizations to support strategic decisions.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Perform root cause analysis on underperforming segments or regions.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Present actionable next steps and future forecasting strategies.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B96AE-1DE2-90A5-E77B-004F7D37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00" y="452718"/>
            <a:ext cx="6712390" cy="1228598"/>
          </a:xfrm>
        </p:spPr>
        <p:txBody>
          <a:bodyPr/>
          <a:lstStyle/>
          <a:p>
            <a:r>
              <a:rPr lang="en-IN" sz="4400" dirty="0"/>
              <a:t>Sales Insights</a:t>
            </a:r>
            <a:br>
              <a:rPr lang="en-IN" sz="44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8421F-CD80-D250-C0D9-336176A50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1" y="1858297"/>
            <a:ext cx="7492181" cy="4546985"/>
          </a:xfrm>
        </p:spPr>
        <p:txBody>
          <a:bodyPr/>
          <a:lstStyle/>
          <a:p>
            <a:r>
              <a:rPr lang="en-US" dirty="0"/>
              <a:t>Identify revenue trends, high-performing months, channel performance and seasonal effects.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Compare year-over-year sales growth across product categories and regions.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Analyze top and bottom performing sales representatives and territories.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Evaluate discount impact on profit margins and overall revenue contribution.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Forecast next quarter sales based on historical patterns and market trends. </a:t>
            </a:r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1987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4" y="452718"/>
            <a:ext cx="7055380" cy="1400530"/>
          </a:xfrm>
        </p:spPr>
        <p:txBody>
          <a:bodyPr/>
          <a:lstStyle/>
          <a:p>
            <a:pPr algn="ctr"/>
            <a:r>
              <a:rPr sz="3200" dirty="0"/>
              <a:t>Inventory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Detect stock shortages, overstock situations and inventory turnover issues.</a:t>
            </a:r>
            <a:endParaRPr lang="en-US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Identify slow-moving products and recommend clearance or bundling strategies.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Analyze reorder points and safety stock levels to prevent supply disruptions.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Evaluate supplier performance based on lead times and delivery consistency.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Track inventory cost trends and their effect on overall profitability.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BD02A-D75B-F08C-5783-DF0FE3188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/>
              <a:t>Customer and Product Insights</a:t>
            </a:r>
            <a:br>
              <a:rPr lang="en-IN" sz="44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D053B-D076-4B00-8B23-229C98D9B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974" y="2052925"/>
            <a:ext cx="7912774" cy="435235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Analyze customer behavior, preferred channels and best-selling products.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Segment customers by purchase frequency, value and demographic profiles.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Identify cross-selling and upselling opportunities based on buying patterns.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Measure customer retention rates and analyze churn contributing factors.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Evaluate product lifecycle stages to prioritize investment and promotion efforts.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3494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dirty="0"/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dirty="0"/>
              <a:t>Optimize stock levels, improve forecasting, focus on profitable products and automate alerts.</a:t>
            </a:r>
            <a:endParaRPr lang="en-US" dirty="0"/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Invest in high-revenue customer segments and personalize marketing campaigns.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Discontinue or reposition low-margin products to improve overall profitability.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Strengthen supplier relationships to reduce lead times and procurement costs.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Implement real-time sales dashboards to enable faster data-driven decisions.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09B5-F47E-C87A-853C-08B401779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00" y="452718"/>
            <a:ext cx="6712390" cy="1400530"/>
          </a:xfrm>
        </p:spPr>
        <p:txBody>
          <a:bodyPr/>
          <a:lstStyle/>
          <a:p>
            <a:r>
              <a:rPr lang="en-IN" sz="4400" dirty="0"/>
              <a:t>Report Documentation</a:t>
            </a:r>
            <a:br>
              <a:rPr lang="en-IN" sz="44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E82D2-1F81-6DB7-BFA8-05A10A389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5" y="1769805"/>
            <a:ext cx="6821599" cy="4478601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Include Introduction, Objectives, Data Cleaning, SQL Analysis, Dashboard Development and Insights.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Document data sources, table structures and transformation logic applied.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Summarize key metrics, KPIs and business questions addressed in the project.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Capture limitations, assumptions and potential areas for future improvement.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Attach appendices with data dictionaries, query scripts and visual references.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627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GitHub Repository Finalization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dirty="0"/>
              <a:t>Upload datasets, SQL scripts, dashboard files, screenshots and README documentation.</a:t>
            </a:r>
            <a:endParaRPr lang="en-US" dirty="0"/>
          </a:p>
          <a:p>
            <a:pPr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Organize repository with clear folder structure for data, scripts and reports. </a:t>
            </a:r>
          </a:p>
          <a:p>
            <a:pPr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Write a detailed README covering project goals, tools used and setup steps. </a:t>
            </a:r>
          </a:p>
          <a:p>
            <a:pPr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Ensure all commits are properly labeled with meaningful and descriptive messages. </a:t>
            </a:r>
          </a:p>
          <a:p>
            <a:pPr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Add a project wiki or notes file summarizing findings and how to navigate files.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dirty="0"/>
              <a:t>Final Dashboard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screenshots of Sales, Inventory, Product and KPI dashboards.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91FDE-F663-683D-A5CB-1D9C4408D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54" y="452718"/>
            <a:ext cx="6822335" cy="1307256"/>
          </a:xfrm>
        </p:spPr>
        <p:txBody>
          <a:bodyPr/>
          <a:lstStyle/>
          <a:p>
            <a:r>
              <a:rPr lang="en-IN" sz="4400" dirty="0"/>
              <a:t>Week 4 Deliverables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49963-5985-D983-7E59-53229A663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Sales, Inventory and Customer Power BI dashboards with final report, SQL scripts and GitHub repository submitted.</a:t>
            </a:r>
          </a:p>
        </p:txBody>
      </p:sp>
    </p:spTree>
    <p:extLst>
      <p:ext uri="{BB962C8B-B14F-4D97-AF65-F5344CB8AC3E}">
        <p14:creationId xmlns:p14="http://schemas.microsoft.com/office/powerpoint/2010/main" val="783471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3A5FBA-D85C-6849-3695-16893592D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2037" y="1331913"/>
            <a:ext cx="4194175" cy="419417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154808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82</TotalTime>
  <Words>990</Words>
  <Application>Microsoft Office PowerPoint</Application>
  <PresentationFormat>On-screen Show (4:3)</PresentationFormat>
  <Paragraphs>123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Century Gothic</vt:lpstr>
      <vt:lpstr>Times New Roman</vt:lpstr>
      <vt:lpstr>Wingdings 3</vt:lpstr>
      <vt:lpstr>Ion</vt:lpstr>
      <vt:lpstr>Week 3 Overview</vt:lpstr>
      <vt:lpstr>Data Connection and Integration</vt:lpstr>
      <vt:lpstr>Dashboard Design Architecture</vt:lpstr>
      <vt:lpstr>KPI Cards</vt:lpstr>
      <vt:lpstr>Sales Trend Analysis</vt:lpstr>
      <vt:lpstr>Product Performance Analysis</vt:lpstr>
      <vt:lpstr>Inventory Analytics Dashboard</vt:lpstr>
      <vt:lpstr>Heatmap Analysis  </vt:lpstr>
      <vt:lpstr>Interactive Filters and Slicers</vt:lpstr>
      <vt:lpstr>Week 3 Deliverables</vt:lpstr>
      <vt:lpstr>Week 4 Overview</vt:lpstr>
      <vt:lpstr>Sales Insights </vt:lpstr>
      <vt:lpstr>Inventory Insights</vt:lpstr>
      <vt:lpstr>Customer and Product Insights </vt:lpstr>
      <vt:lpstr>Strategic Recommendations</vt:lpstr>
      <vt:lpstr>Report Documentation </vt:lpstr>
      <vt:lpstr>GitHub Repository Finalization</vt:lpstr>
      <vt:lpstr>Final Dashboard Screenshots</vt:lpstr>
      <vt:lpstr>Week 4 Deliverables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Pavithra</dc:creator>
  <cp:keywords/>
  <dc:description>generated using python-pptx</dc:description>
  <cp:lastModifiedBy>PAVITHRA SUGUMAR</cp:lastModifiedBy>
  <cp:revision>11</cp:revision>
  <dcterms:created xsi:type="dcterms:W3CDTF">2013-01-27T09:14:16Z</dcterms:created>
  <dcterms:modified xsi:type="dcterms:W3CDTF">2026-06-03T07:50:52Z</dcterms:modified>
  <cp:category/>
</cp:coreProperties>
</file>