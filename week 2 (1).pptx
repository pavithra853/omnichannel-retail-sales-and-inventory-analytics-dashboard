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9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64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4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7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8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856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261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7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564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6824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454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9010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37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8562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28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7BD33-F2B2-4307-A925-464549ABA20E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5FC70F2-BB5F-42FB-9599-A096883BDD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639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FC62-2FF6-C25F-BE66-38A7B7F8C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660" y="-550606"/>
            <a:ext cx="9210772" cy="6268118"/>
          </a:xfrm>
        </p:spPr>
        <p:txBody>
          <a:bodyPr/>
          <a:lstStyle/>
          <a:p>
            <a:pPr algn="l"/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OMNICHANNEL RETAIL SALES AND INVENTORY ANALYTICS DASHBOARD</a:t>
            </a: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/>
              <a:t>Four-Week Engineering Roadmap</a:t>
            </a: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LEADER:</a:t>
            </a: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PAVITHRA S</a:t>
            </a:r>
            <a:b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TEAM MEMBERS:</a:t>
            </a: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RAHIMA BANU </a:t>
            </a: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PAVITHRA S</a:t>
            </a: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Potnuru Meher Paramesh</a:t>
            </a:r>
            <a:br>
              <a:rPr lang="en-IN" sz="24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BHASKAR </a:t>
            </a: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TRIPATHI</a:t>
            </a: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1999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DBEF-16AD-A428-D2A0-0A7DDFDF9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042219"/>
            <a:ext cx="8890544" cy="4999143"/>
          </a:xfrm>
        </p:spPr>
        <p:txBody>
          <a:bodyPr/>
          <a:lstStyle/>
          <a:p>
            <a:r>
              <a:rPr lang="en-IN" b="1" dirty="0"/>
              <a:t>Week 2: Relational Database Design and SQL Aggregations</a:t>
            </a:r>
          </a:p>
          <a:p>
            <a:pPr marL="0" indent="0">
              <a:buNone/>
            </a:pPr>
            <a:r>
              <a:rPr lang="en-US" b="1" dirty="0"/>
              <a:t>Relational Database Design</a:t>
            </a:r>
            <a:r>
              <a:rPr lang="en-US" dirty="0"/>
              <a:t> is the process of organizing data into structured tables with defined relationships to ensure integrity, while </a:t>
            </a:r>
            <a:r>
              <a:rPr lang="en-US" b="1" dirty="0"/>
              <a:t>SQL Aggregations</a:t>
            </a:r>
            <a:r>
              <a:rPr lang="en-US" dirty="0"/>
              <a:t> are functions that perform calculations on multiple rows to return a single summary value.</a:t>
            </a:r>
            <a:endParaRPr lang="en-IN" b="1" dirty="0"/>
          </a:p>
          <a:p>
            <a:r>
              <a:rPr lang="en-IN" b="1" dirty="0"/>
              <a:t>Objectives</a:t>
            </a:r>
          </a:p>
          <a:p>
            <a:r>
              <a:rPr lang="en-IN" dirty="0"/>
              <a:t>Import cleaned data into SQL database </a:t>
            </a:r>
          </a:p>
          <a:p>
            <a:r>
              <a:rPr lang="en-IN" dirty="0"/>
              <a:t>Design relational tables </a:t>
            </a:r>
          </a:p>
          <a:p>
            <a:r>
              <a:rPr lang="en-IN" dirty="0"/>
              <a:t>Perform SQL analysis </a:t>
            </a:r>
          </a:p>
          <a:p>
            <a:r>
              <a:rPr lang="en-IN" dirty="0"/>
              <a:t>Extract business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A087-5FF3-B255-2218-C3F981C1B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1061885"/>
            <a:ext cx="8762725" cy="49794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Database Design</a:t>
            </a:r>
          </a:p>
          <a:p>
            <a:pPr marL="0" indent="0">
              <a:buNone/>
            </a:pPr>
            <a:r>
              <a:rPr lang="en-IN" b="1" dirty="0"/>
              <a:t>Relational Database Design</a:t>
            </a:r>
          </a:p>
          <a:p>
            <a:pPr marL="0" indent="0">
              <a:buNone/>
            </a:pPr>
            <a:r>
              <a:rPr lang="en-IN" b="1" dirty="0"/>
              <a:t>Database Used</a:t>
            </a:r>
          </a:p>
          <a:p>
            <a:r>
              <a:rPr lang="en-IN" dirty="0"/>
              <a:t>MySQL / PostgreSQL </a:t>
            </a:r>
          </a:p>
          <a:p>
            <a:r>
              <a:rPr lang="en-IN" b="1" dirty="0"/>
              <a:t>Tables Created</a:t>
            </a:r>
          </a:p>
          <a:p>
            <a:r>
              <a:rPr lang="en-IN" dirty="0"/>
              <a:t>Sales Table </a:t>
            </a:r>
          </a:p>
          <a:p>
            <a:r>
              <a:rPr lang="en-IN" dirty="0"/>
              <a:t>Inventory Table </a:t>
            </a:r>
          </a:p>
          <a:p>
            <a:r>
              <a:rPr lang="en-IN" dirty="0"/>
              <a:t>Customer Table </a:t>
            </a:r>
          </a:p>
          <a:p>
            <a:pPr marL="0" indent="0">
              <a:buNone/>
            </a:pPr>
            <a:r>
              <a:rPr lang="en-IN" b="1" dirty="0"/>
              <a:t>Database Features</a:t>
            </a:r>
          </a:p>
          <a:p>
            <a:r>
              <a:rPr lang="en-IN" dirty="0"/>
              <a:t>Structured storage </a:t>
            </a:r>
          </a:p>
          <a:p>
            <a:r>
              <a:rPr lang="en-IN" dirty="0"/>
              <a:t>Fast querying </a:t>
            </a:r>
          </a:p>
          <a:p>
            <a:r>
              <a:rPr lang="en-IN" dirty="0"/>
              <a:t>Efficient data management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70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60DD7-2C17-F139-D890-0FFEE0B38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7" y="1032387"/>
            <a:ext cx="8851215" cy="50089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SQL Query Development</a:t>
            </a:r>
          </a:p>
          <a:p>
            <a:pPr marL="0" indent="0">
              <a:buNone/>
            </a:pPr>
            <a:r>
              <a:rPr lang="en-US" b="1" dirty="0"/>
              <a:t>SQL Query Implementation</a:t>
            </a:r>
          </a:p>
          <a:p>
            <a:pPr marL="0" indent="0">
              <a:buNone/>
            </a:pPr>
            <a:r>
              <a:rPr lang="en-US" b="1" dirty="0"/>
              <a:t>SQL Operations Used</a:t>
            </a:r>
          </a:p>
          <a:p>
            <a:r>
              <a:rPr lang="en-US" dirty="0"/>
              <a:t>SELECT </a:t>
            </a:r>
          </a:p>
          <a:p>
            <a:r>
              <a:rPr lang="en-US" dirty="0"/>
              <a:t>WHERE </a:t>
            </a:r>
          </a:p>
          <a:p>
            <a:r>
              <a:rPr lang="en-US" dirty="0"/>
              <a:t>GROUP BY </a:t>
            </a:r>
          </a:p>
          <a:p>
            <a:r>
              <a:rPr lang="en-US" dirty="0"/>
              <a:t>ORDER BY </a:t>
            </a:r>
          </a:p>
          <a:p>
            <a:r>
              <a:rPr lang="en-US" dirty="0"/>
              <a:t>JOIN </a:t>
            </a:r>
          </a:p>
          <a:p>
            <a:r>
              <a:rPr lang="en-US" dirty="0"/>
              <a:t>Aggregate Functions </a:t>
            </a:r>
          </a:p>
          <a:p>
            <a:pPr marL="0" indent="0">
              <a:buNone/>
            </a:pPr>
            <a:r>
              <a:rPr lang="en-US" b="1" dirty="0"/>
              <a:t>Aggregate Functions</a:t>
            </a:r>
          </a:p>
          <a:p>
            <a:r>
              <a:rPr lang="en-US" dirty="0"/>
              <a:t>SUM() </a:t>
            </a:r>
          </a:p>
          <a:p>
            <a:r>
              <a:rPr lang="en-US" dirty="0"/>
              <a:t>AVG() </a:t>
            </a:r>
          </a:p>
          <a:p>
            <a:r>
              <a:rPr lang="en-US" dirty="0"/>
              <a:t>COUNT()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17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618FE-8A32-5BB0-F8A6-E8C0E382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219201"/>
            <a:ext cx="8929873" cy="4822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Business Metrics Analysis</a:t>
            </a:r>
          </a:p>
          <a:p>
            <a:pPr marL="0" indent="0">
              <a:buNone/>
            </a:pPr>
            <a:r>
              <a:rPr lang="en-US" b="1" dirty="0"/>
              <a:t>Business Metrics Generated</a:t>
            </a:r>
          </a:p>
          <a:p>
            <a:pPr marL="0" indent="0">
              <a:buNone/>
            </a:pPr>
            <a:r>
              <a:rPr lang="en-US" b="1" dirty="0"/>
              <a:t>Key Metrics</a:t>
            </a:r>
          </a:p>
          <a:p>
            <a:r>
              <a:rPr lang="en-US" dirty="0"/>
              <a:t>Total Revenue </a:t>
            </a:r>
          </a:p>
          <a:p>
            <a:r>
              <a:rPr lang="en-US" dirty="0"/>
              <a:t>Average Revenue </a:t>
            </a:r>
          </a:p>
          <a:p>
            <a:r>
              <a:rPr lang="en-US" dirty="0"/>
              <a:t>Best-Selling Products </a:t>
            </a:r>
          </a:p>
          <a:p>
            <a:r>
              <a:rPr lang="en-US" dirty="0"/>
              <a:t>Geographic Sales Distribution </a:t>
            </a:r>
          </a:p>
          <a:p>
            <a:r>
              <a:rPr lang="en-US" dirty="0"/>
              <a:t>Monthly Sales Trends </a:t>
            </a:r>
          </a:p>
          <a:p>
            <a:pPr marL="0" indent="0">
              <a:buNone/>
            </a:pPr>
            <a:r>
              <a:rPr lang="en-US" b="1" dirty="0"/>
              <a:t>Insights Generated</a:t>
            </a:r>
          </a:p>
          <a:p>
            <a:r>
              <a:rPr lang="en-US" dirty="0"/>
              <a:t>High-performing cities </a:t>
            </a:r>
          </a:p>
          <a:p>
            <a:r>
              <a:rPr lang="en-US" dirty="0"/>
              <a:t>Peak sales periods </a:t>
            </a:r>
          </a:p>
          <a:p>
            <a:r>
              <a:rPr lang="en-US" dirty="0"/>
              <a:t>Fast-moving products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97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927C-A0F6-C85B-E76B-4C9FD7CE4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973395"/>
            <a:ext cx="8979034" cy="5067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GitHub Contributions</a:t>
            </a:r>
          </a:p>
          <a:p>
            <a:pPr marL="0" indent="0">
              <a:buNone/>
            </a:pPr>
            <a:r>
              <a:rPr lang="en-IN" b="1" dirty="0"/>
              <a:t>GitHub Version Control</a:t>
            </a:r>
          </a:p>
          <a:p>
            <a:pPr marL="0" indent="0">
              <a:buNone/>
            </a:pPr>
            <a:r>
              <a:rPr lang="en-IN" b="1" dirty="0"/>
              <a:t>Repository Contributions</a:t>
            </a:r>
          </a:p>
          <a:p>
            <a:r>
              <a:rPr lang="en-IN" dirty="0"/>
              <a:t>Uploaded SQL scripts </a:t>
            </a:r>
          </a:p>
          <a:p>
            <a:r>
              <a:rPr lang="en-IN" dirty="0"/>
              <a:t>Maintained semantic commits </a:t>
            </a:r>
          </a:p>
          <a:p>
            <a:r>
              <a:rPr lang="en-IN" dirty="0"/>
              <a:t>Documented weekly progress </a:t>
            </a:r>
          </a:p>
          <a:p>
            <a:pPr marL="0" indent="0">
              <a:buNone/>
            </a:pPr>
            <a:r>
              <a:rPr lang="en-IN" b="1" dirty="0"/>
              <a:t>Example Commit Messages</a:t>
            </a:r>
          </a:p>
          <a:p>
            <a:r>
              <a:rPr lang="en-IN" dirty="0"/>
              <a:t>Added data cleaning script </a:t>
            </a:r>
          </a:p>
          <a:p>
            <a:r>
              <a:rPr lang="en-IN" dirty="0"/>
              <a:t>Created SQL revenue query </a:t>
            </a:r>
          </a:p>
          <a:p>
            <a:r>
              <a:rPr lang="en-IN" dirty="0"/>
              <a:t>Updated database schema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127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BD06E-6502-7752-6390-4A141F88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58" y="1091381"/>
            <a:ext cx="8890544" cy="494998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Outcome</a:t>
            </a:r>
          </a:p>
          <a:p>
            <a:pPr marL="0" indent="0">
              <a:buNone/>
            </a:pPr>
            <a:r>
              <a:rPr lang="en-US" b="1" dirty="0"/>
              <a:t> Deliverables</a:t>
            </a:r>
          </a:p>
          <a:p>
            <a:pPr marL="0" indent="0">
              <a:buNone/>
            </a:pPr>
            <a:r>
              <a:rPr lang="en-US" b="1" dirty="0"/>
              <a:t>Completed Tasks</a:t>
            </a:r>
          </a:p>
          <a:p>
            <a:r>
              <a:rPr lang="en-US" dirty="0"/>
              <a:t>SQL database created </a:t>
            </a:r>
          </a:p>
          <a:p>
            <a:r>
              <a:rPr lang="en-US" dirty="0"/>
              <a:t>Queries executed successfully </a:t>
            </a:r>
          </a:p>
          <a:p>
            <a:r>
              <a:rPr lang="en-US" dirty="0"/>
              <a:t>Revenue reports generated </a:t>
            </a:r>
          </a:p>
          <a:p>
            <a:r>
              <a:rPr lang="en-US" dirty="0"/>
              <a:t>Business insights extracted </a:t>
            </a:r>
          </a:p>
          <a:p>
            <a:pPr marL="0" indent="0">
              <a:buNone/>
            </a:pPr>
            <a:r>
              <a:rPr lang="en-US" b="1" dirty="0"/>
              <a:t>Result</a:t>
            </a:r>
          </a:p>
          <a:p>
            <a:r>
              <a:rPr lang="en-US" dirty="0"/>
              <a:t>The system successfully transformed cleaned retail data into meaningful business intelligence.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0307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9F7A4-8CA4-58A6-AD3A-BFCB7EF92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540" y="99055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Week 1 focused on data preparation and cleaning. </a:t>
            </a:r>
          </a:p>
          <a:p>
            <a:r>
              <a:rPr lang="en-US" dirty="0"/>
              <a:t>Week 2 focused on database design and SQL analytics. </a:t>
            </a:r>
          </a:p>
          <a:p>
            <a:r>
              <a:rPr lang="en-US" dirty="0"/>
              <a:t>The project established a strong foundation for dashboard visualization in upcoming weeks.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22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,000+ Free Thank-You &amp; Thank You Images - Pixabay">
            <a:extLst>
              <a:ext uri="{FF2B5EF4-FFF2-40B4-BE49-F238E27FC236}">
                <a16:creationId xmlns:a16="http://schemas.microsoft.com/office/drawing/2014/main" id="{8503E103-48A5-3EF4-D56D-1020ED8A37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439" y="1130300"/>
            <a:ext cx="5457472" cy="491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6715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</TotalTime>
  <Words>285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Trebuchet MS</vt:lpstr>
      <vt:lpstr>Wingdings 3</vt:lpstr>
      <vt:lpstr>Facet</vt:lpstr>
      <vt:lpstr>      OMNICHANNEL RETAIL SALES AND INVENTORY ANALYTICS DASHBOARD Four-Week Engineering Roadmap TEAM LEADER:PAVITHRA S   TEAM MEMBERS: RAHIMA BANU                                      PAVITHRA S                                     Potnuru Meher Paramesh                                     BHASKAR TRIPATHI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SUGUMAR</dc:creator>
  <cp:lastModifiedBy>PAVITHRA SUGUMAR</cp:lastModifiedBy>
  <cp:revision>2</cp:revision>
  <dcterms:created xsi:type="dcterms:W3CDTF">2026-05-08T17:08:09Z</dcterms:created>
  <dcterms:modified xsi:type="dcterms:W3CDTF">2026-05-09T06:38:40Z</dcterms:modified>
</cp:coreProperties>
</file>